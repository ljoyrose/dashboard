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last free stage gets an app ready for a paid build: two contrasting test brands, named test members, a test plan with negative cases, a credit estimate and the Invest 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Sam. He is fourteen, and he was helping to test Trimtable, the booking and client desk for dog groomers. He signed in with his own family account and clicked through every screen. Bookings worked. Client notes saved. He wanted to prove that one grooming salon could never see another salon's clients. But there was a problem he could not get past. There was only one salon in the app, and only one person signed in. Everything looked perfect. Then it clicked. A leak can only show up when there is a second, different business for the data to leak into.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Stage 5, called Data. It happens in the room called Rig, the same room where the tables were built by hand in Stage 4. Nothing here costs build credits. Credits are the units the build platform charges each time its AI builder does a piece of work. Stage 5 is the last free stage before the paid one, so it is the place to get ready properly. The job is simple to say: put believable test data into the app, set up test people who can sign in, and write down exactly how the app will be tested before anyone pays for a build.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test tenants. A tenant is one business that uses the app, with its own name and its own data. In this course we also call a tenant a brand. The rule is at least two test tenants, because one tenant cannot prove isolation. Isolation means each brand's data stays behind its own wall. With only one brand, there is nobody for data to leak to, so every test passes and proves nothing. Litterline is sold under the factory's own brand and resold by Northvale Canine Society, so its two test brands mirror that shape.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test tenants must be contrasting. That word comes straight from the duty list: the second tenant gets different names, different lanes and different colours, so that a leak is visible. Picture Brand A with green buttons and dogs called Bramble and Pip, and Brand B with orange buttons and dogs called Juniper and Moss. If a Brand B member ever sees the name Bramble, you know at a glance that data has crossed a wall. Seed rows go in at this point too: the starting plans, roles and lists the app needs before anyone signs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trap here worth knowing. On the build platform, the preview version of the app and the live version share one database. A database is the store that holds all the tables. So test data is not tucked away in a safe sandbox. It sits right next to real data. The duty list says test rows must be marked and removable, so nobody mistakes them for real customers and they can be cleared before launch. Totals are reconciled as well, and an empty count is written as zero, so nothing is left silently blank.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 the test identities. A test identity is a pretend person with a real sign-in, used only for testing. Each brand gets two test members, and each one has its own mailbox. They sign in with an email and password, or with a magic link, which is a one-time sign-in link sent by email. The owner account is kept separate from the test members. All of them are listed in a test identities register in the app's folder: brand, role, email, login type and user id. Passwords are never written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rules sit on top of this. First, no Google single sign-on for test members. Single sign-on is the button that says sign in with Google. It was ruled out after real tests kept signing in the wrong account by itself and signing the editor out. Second, agents never create accounts. The AI helpers in the factory can run tests, but the factory owner sets up the test identities once per app, by hand. Logins live only in the owner's password manager. That way no tool can quietly invent a person or borrow someone's real account.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step comes before any build: the new-account walk. A brand-new test account, with its own mailbox, walks the whole journey on the current app, and every break is written down. Why brand-new? Because existing test members already have rows in the tables, and that hides bugs a first-time user would hit straight away. The walk is repeated after every paid turn later on. So, to recap this lesson: two contrasting brands, two named test members for each brand, and a fresh account walk before anyone spends a single credit.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With only one brand there is nobody for data to leak to, so every test passes and proves nothing.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Isla is sixteen. She wrote a checklist to test Stayproof, the inspection pack for boarding kennels, using Hollin Lane Kennels as her example. She wanted proof that each kennel's inspection logs stayed private. Her checklist said things like: a kennel worker can open the daily log, can add a cleaning note, can print the pack. Every line passed. She felt good, until someone asked a simple question. Did you test whether a different kennel can open Hollin Lane's logs? She had not. Her list only tested what should work. The tests that matter most check what must never happen.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Stage 5 the factory writes a test plan. The rule is one row per test, with its negative case. A positive case checks that something allowed works: a Brand A member can read Brand A's dogs. A negative case checks that something forbidden fails: a Brand B member tries to read Brand A's dogs and gets nothing. Both halves matter. An app that blocks everyone passes every negative case and is useless. An app that lets everyone in passes every positive case and is dangerous. The pair proves the wall is in the right place.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tests are laid out as a test matrix. A matrix is a grid. Down the side goes every table in the app. Across the top go four kinds of visitor: someone signed out, a Brand A member, a Brand B member, and the owner. Each square says what that visitor should get from that table: everything, their own rows only, or nothing at all. Every table is tested, not only the tables a screen happens to use. Old or forgotten tables are exactly where leaks hide, because nobody is looking at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leak is when someone can see or change data that belongs to somebody else. Brand B reading Brand A's dogs is a leak. A signed-out stranger reading a customer list is a leak. The factory treats a leak as a stop, not as a bug to fix later. The gate rules say leaks are watched throughout the build, and any leak stops the build. Each app carries a leak status on its card. L with a question mark means not tested. Ln means tested, with no leak. Ly means a leak was found.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clever part. The leak tests are written now, in Stage 5, together with the build prompts, before a single credit is spent. A prompt is the written instruction given to the AI builder. The factory also writes scenario tests in plain prose, which describe a real person's journey step by step, and splits the full prompt sequence into parts. When the paid stage starts, each prompt already has its tests waiting. Nobody has to invent a test after seeing the result, when it is tempting to test only what looks right.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money. The factory estimates how many credits the build will take and writes it on the app's card as the word credits, then a number. The factory owner also sets a credit ceiling, the most this app may spend, and a stop rule. The template gives a default ceiling of 10,000 credits, and says stop at one and a half times the estimate, after two failures, or at 80 percent of the ceiling. A rollback point is saved too: an export ZIP, which is a packed copy of the app's files, with any gaps noted.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5 ends at the Invest gate, from 5 to 6. Its question is: spend build credits? If the estimate is 1,500 credits or less, and the month's stop line has not been passed, Invest passes by itself. Otherwise the factory owner decides, because this is where real money starts to be spent. Inside Invest sits the Slot check. The factory runs at most three builds at once and always keeps one lane empty for Rescue, for a live app that breaks. If the lanes are full, the app simply waits its turn.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Stage 5 closes, the app has two contrasting test brands, named test members, a test plan with a negative case on every row, and a test matrix covering every table for four kinds of visitor. It has a credit estimate, a ceiling, a stop rule and a rollback point. Nothing has been paid for yet. Isla's lesson is the factory's lesson: test what must never happen, write the tests first, and treat any leak as a stop. Next, in Stage 6, the prompts are finally sent to the builder.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 negative case proves that something which must never happen, such as Brand B reading Brand A's rows, really does fail.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5 · Data</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Test Identities, Test</a:t>
            </a:r>
          </a:p>
          <a:p>
            <a:pPr algn="l">
              <a:lnSpc>
                <a:spcPts val="6760"/>
              </a:lnSpc>
            </a:pPr>
            <a:r>
              <a:rPr sz="5200" b="1">
                <a:solidFill>
                  <a:srgbClr val="2C2C2A"/>
                </a:solidFill>
                <a:latin typeface="Lexend"/>
              </a:rPr>
              <a:t>Tenants, The Leak</a:t>
            </a:r>
          </a:p>
          <a:p>
            <a:pPr algn="l">
              <a:lnSpc>
                <a:spcPts val="6760"/>
              </a:lnSpc>
            </a:pPr>
            <a:r>
              <a:rPr sz="5200" b="1">
                <a:solidFill>
                  <a:srgbClr val="2C2C2A"/>
                </a:solidFill>
                <a:latin typeface="Lexend"/>
              </a:rPr>
              <a:t>Test Plan</a:t>
            </a:r>
          </a:p>
        </p:txBody>
      </p:sp>
      <p:sp>
        <p:nvSpPr>
          <p:cNvPr id="11" name="TextBox 10"/>
          <p:cNvSpPr txBox="1"/>
          <p:nvPr/>
        </p:nvSpPr>
        <p:spPr>
          <a:xfrm>
            <a:off x="609600" y="4955540"/>
            <a:ext cx="6400800" cy="13462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last free stage gets an app ready for a</a:t>
            </a:r>
          </a:p>
          <a:p>
            <a:pPr algn="l">
              <a:lnSpc>
                <a:spcPts val="2600"/>
              </a:lnSpc>
            </a:pPr>
            <a:r>
              <a:rPr sz="2000" b="0">
                <a:solidFill>
                  <a:srgbClr val="756E65"/>
                </a:solidFill>
                <a:latin typeface="Lexend"/>
              </a:rPr>
              <a:t>paid build: two contrasting test brands, named test</a:t>
            </a:r>
          </a:p>
          <a:p>
            <a:pPr algn="l">
              <a:lnSpc>
                <a:spcPts val="2600"/>
              </a:lnSpc>
            </a:pPr>
            <a:r>
              <a:rPr sz="2000" b="0">
                <a:solidFill>
                  <a:srgbClr val="756E65"/>
                </a:solidFill>
                <a:latin typeface="Lexend"/>
              </a:rPr>
              <a:t>members, a test plan with negative cases, a credit</a:t>
            </a:r>
          </a:p>
          <a:p>
            <a:pPr algn="l">
              <a:lnSpc>
                <a:spcPts val="2600"/>
              </a:lnSpc>
            </a:pPr>
            <a:r>
              <a:rPr sz="2000" b="0">
                <a:solidFill>
                  <a:srgbClr val="756E65"/>
                </a:solidFill>
                <a:latin typeface="Lexend"/>
              </a:rPr>
              <a:t>estimate and the Invest gate.</a:t>
            </a:r>
          </a:p>
        </p:txBody>
      </p:sp>
      <p:pic>
        <p:nvPicPr>
          <p:cNvPr id="12" name="Picture 11" descr="database-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553970"/>
            <a:ext cx="1016000" cy="1016000"/>
          </a:xfrm>
          <a:prstGeom prst="rect">
            <a:avLst/>
          </a:prstGeom>
        </p:spPr>
      </p:pic>
      <p:sp>
        <p:nvSpPr>
          <p:cNvPr id="11" name="TextBox 10"/>
          <p:cNvSpPr txBox="1"/>
          <p:nvPr/>
        </p:nvSpPr>
        <p:spPr>
          <a:xfrm>
            <a:off x="2070100" y="2515870"/>
            <a:ext cx="9563100" cy="240284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why every app needs</a:t>
            </a:r>
          </a:p>
          <a:p>
            <a:pPr algn="l">
              <a:lnSpc>
                <a:spcPts val="4680"/>
              </a:lnSpc>
            </a:pPr>
            <a:r>
              <a:rPr sz="3600" b="1">
                <a:solidFill>
                  <a:srgbClr val="2C2C2A"/>
                </a:solidFill>
                <a:latin typeface="Lexend"/>
              </a:rPr>
              <a:t>two contrasting test brands and named</a:t>
            </a:r>
          </a:p>
          <a:p>
            <a:pPr algn="l">
              <a:lnSpc>
                <a:spcPts val="4680"/>
              </a:lnSpc>
            </a:pPr>
            <a:r>
              <a:rPr sz="3600" b="1">
                <a:solidFill>
                  <a:srgbClr val="2C2C2A"/>
                </a:solidFill>
                <a:latin typeface="Lexend"/>
              </a:rPr>
              <a:t>test members before any paid build</a:t>
            </a:r>
          </a:p>
          <a:p>
            <a:pPr algn="l">
              <a:lnSpc>
                <a:spcPts val="4680"/>
              </a:lnSpc>
            </a:pPr>
            <a:r>
              <a:rPr sz="3600" b="1">
                <a:solidFill>
                  <a:srgbClr val="2C2C2A"/>
                </a:solidFill>
                <a:latin typeface="Lexend"/>
              </a:rPr>
              <a:t>starts.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Salon Cannot Prove A Wall</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Meet Sam.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atabas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5 Is The Last Free Stage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This is Stage 5, called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group-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Two Test Tenants, Never Just One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First, the test tenants.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alett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Make The Two Brands Look Different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two test tenants must be contrasting.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arch-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Test Rows Must Be Easy To Find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There is a trap here worth knowing.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id-badge-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Two Test Members For Every Brand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come the test identities.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key-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No Google Sign-In, No Agent Accounts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Two rules sit on top of this.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Test Identities And Test Tenants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Walk It As A Brand-New Person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One last step comes before any build: the new-account walk.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Test Identities And Test Tenants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Two Contrasting Test Tenants Make A Leak Visible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Two Test Members Per Brand, Each With Own Mailbox</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No Google Sign-In, And Agents Never Create Accounts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Test That Cannot Fail Proves Nothing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Test Identities And Test Tenants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Why does Stage 5 need at least two test tenants?</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Two tenants make the app load faster</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One tenant cannot prove that data stays</a:t>
            </a:r>
          </a:p>
          <a:p>
            <a:pPr algn="l">
              <a:lnSpc>
                <a:spcPts val="2080"/>
              </a:lnSpc>
            </a:pPr>
            <a:r>
              <a:rPr sz="1600" b="0">
                <a:solidFill>
                  <a:srgbClr val="2C2C2A"/>
                </a:solidFill>
                <a:latin typeface="Lexend SemiBold"/>
              </a:rPr>
              <a:t>behind its wall</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build platform charges less for two</a:t>
            </a:r>
          </a:p>
          <a:p>
            <a:pPr algn="l">
              <a:lnSpc>
                <a:spcPts val="2080"/>
              </a:lnSpc>
            </a:pPr>
            <a:r>
              <a:rPr sz="1600" b="0">
                <a:solidFill>
                  <a:srgbClr val="2C2C2A"/>
                </a:solidFill>
                <a:latin typeface="Lexend SemiBold"/>
              </a:rPr>
              <a:t>tenants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sales page needs two brand names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describe a test plan with</a:t>
            </a:r>
          </a:p>
          <a:p>
            <a:pPr algn="l">
              <a:lnSpc>
                <a:spcPts val="4680"/>
              </a:lnSpc>
            </a:pPr>
            <a:r>
              <a:rPr sz="3600" b="1">
                <a:solidFill>
                  <a:srgbClr val="2C2C2A"/>
                </a:solidFill>
                <a:latin typeface="Lexend"/>
              </a:rPr>
              <a:t>negative cases, read a test matrix and</a:t>
            </a:r>
          </a:p>
          <a:p>
            <a:pPr algn="l">
              <a:lnSpc>
                <a:spcPts val="4680"/>
              </a:lnSpc>
            </a:pPr>
            <a:r>
              <a:rPr sz="3600" b="1">
                <a:solidFill>
                  <a:srgbClr val="2C2C2A"/>
                </a:solidFill>
                <a:latin typeface="Lexend"/>
              </a:rPr>
              <a:t>explain what the Invest gate decides.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ipboar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Her Checklist Only Tested Success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Isla is sixteen.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eck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Row Per Test, With Its Negative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In Stage 5 the factory writes a test plan.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Test Matrix: Every Table, Four</a:t>
            </a:r>
          </a:p>
          <a:p>
            <a:pPr algn="l">
              <a:lnSpc>
                <a:spcPts val="4680"/>
              </a:lnSpc>
            </a:pPr>
            <a:r>
              <a:rPr sz="3600" b="1">
                <a:solidFill>
                  <a:srgbClr val="2C2C2A"/>
                </a:solidFill>
                <a:latin typeface="Lexend"/>
              </a:rPr>
              <a:t>Visitors</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tests are laid out as a test matrix.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rople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Leak Stops The Build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leak is when someone can see or change data that belongs to somebody</a:t>
            </a:r>
          </a:p>
          <a:p>
            <a:pPr algn="l">
              <a:lnSpc>
                <a:spcPts val="2600"/>
              </a:lnSpc>
            </a:pPr>
            <a:r>
              <a:rPr sz="2000" b="0">
                <a:solidFill>
                  <a:srgbClr val="756E65"/>
                </a:solidFill>
                <a:latin typeface="Lexend"/>
              </a:rPr>
              <a:t>else.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e-tex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Tests Are Written Before The Prompts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Here is the clever part.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o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Credit Estimate And The Stop Rule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money.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Invest Gate (5-6) And Slot Check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5 ends at the Invest gate, from 5 to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Leak And Tenant Tests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M06-L2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Ready For The Paid Stage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 when Stage 5 closes, the app has two contrasting test brands, named test</a:t>
            </a:r>
          </a:p>
          <a:p>
            <a:pPr algn="l">
              <a:lnSpc>
                <a:spcPts val="2600"/>
              </a:lnSpc>
            </a:pPr>
            <a:r>
              <a:rPr sz="2000" b="0">
                <a:solidFill>
                  <a:srgbClr val="756E65"/>
                </a:solidFill>
                <a:latin typeface="Lexend"/>
              </a:rPr>
              <a:t>members, a test plan with a negative case on every row, and...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Leak And Tenant Tests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Every Test Row Carries Its Negative Case</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Matrix Covers Every Table For Four Kinds Of Visitor</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Invest Passes Itself At 1,500 Credits Or Less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Tests Written First Cannot Bend To Fit Results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Leak And Tenant Tests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M06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scripts/modules/M06.json · AF-UNDERSTANDING-2026-10-22.md, GATES.csv,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a negative case?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test that always passes</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test of the sales page wording</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test that checks something forbidden</a:t>
            </a:r>
          </a:p>
          <a:p>
            <a:pPr algn="l">
              <a:lnSpc>
                <a:spcPts val="2080"/>
              </a:lnSpc>
            </a:pPr>
            <a:r>
              <a:rPr sz="1600" b="0">
                <a:solidFill>
                  <a:srgbClr val="2C2C2A"/>
                </a:solidFill>
                <a:latin typeface="Lexend SemiBold"/>
              </a:rPr>
              <a:t>really fails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test that is only run on a phone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